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8229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HealthClaw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554480" y="1600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健康管理领域的智能 AI 伴侣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554480" y="2331720"/>
            <a:ext cx="3200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5448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OpenClaw 技术对比与投资价值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554480" y="3474720"/>
            <a:ext cx="2011680" cy="1005840"/>
          </a:xfrm>
          <a:prstGeom prst="rect">
            <a:avLst>
              <a:gd name="adj" fmla="val 7273"/>
            </a:avLst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36576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03120" y="3566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10312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安全架构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931920" y="3474720"/>
            <a:ext cx="2011680" cy="1005840"/>
          </a:xfrm>
          <a:prstGeom prst="rect">
            <a:avLst>
              <a:gd name="adj" fmla="val 7273"/>
            </a:avLst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36576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3566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三层分级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48056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记忆系统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309360" y="3474720"/>
            <a:ext cx="2011680" cy="1005840"/>
          </a:xfrm>
          <a:prstGeom prst="rect">
            <a:avLst>
              <a:gd name="adj" fmla="val 7273"/>
            </a:avLst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6576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0" y="3566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深度适配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85800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健康领域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QIAN  |  2026.03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市场现状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AI Agent 框架  |  247K GitHub Stars  |  安全隐患严重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384048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813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9933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技能系统 — 800+ 社区技能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404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心跳引擎 — 主动定时任务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8036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8163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Channel 接入 — Signal/Telegram/Discord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9184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 日记式记忆 — 单层扁平存储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0332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3639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ClawHub 技能市场 — 搜索与安装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11480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43000" y="40507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LLM 支持 — Claude/GPT/DeepSeek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4754880" y="14630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754880" y="1463040"/>
            <a:ext cx="3840480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14"/>
          <p:cNvSpPr/>
          <p:nvPr/>
        </p:nvSpPr>
        <p:spPr>
          <a:xfrm>
            <a:off x="4892040" y="14813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已知安全问题</a:t>
            </a:r>
            <a:endParaRPr lang="en-US" sz="14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057400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57800" y="19933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135,000+ 暴露实例，63% 存在漏洞</a:t>
            </a:r>
            <a:endParaRPr lang="en-US" sz="12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468880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57800" y="2404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个高危 CVE（含一键 RCE 漏洞）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880360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257800" y="28163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ClawHavoc 攻击 — 340+ 恶意技能</a:t>
            </a:r>
            <a:endParaRPr lang="en-US" sz="12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291840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257800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凭证明文存储 — 无加密保护</a:t>
            </a:r>
            <a:endParaRPr lang="en-US" sz="12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3703320"/>
            <a:ext cx="201168" cy="20116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257800" y="3639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93.4% 认证绕过率</a:t>
            </a:r>
            <a:endParaRPr lang="en-US" sz="12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4114800"/>
            <a:ext cx="201168" cy="20116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257800" y="40507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安全 VP 公开警告停用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有的，HealthClaw 全都有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PI 框架构建，完整兼容 OpenClaw 生态，同时提供更优实现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514600" cy="457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技能系统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1965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兼容 103+ OpenClaw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 SOUL.md 模板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ClawHub + GitHub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直装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141732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417320"/>
            <a:ext cx="2514600" cy="457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002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Heartbeat 引擎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66160" y="1965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定时任务 + Cron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主动式行为执行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HEARTBEAT.md 兼容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7920" y="141732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417320"/>
            <a:ext cx="2514600" cy="457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 LLM 支持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55080" y="1965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 / DeepSeek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国产：Qwen/GLM/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Doubao/MiniMax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310896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3108960"/>
            <a:ext cx="2514600" cy="457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918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4300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协议集成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7240" y="3657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 TypeScript SDK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应用服务连接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标准化工具协议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429000" y="310896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29000" y="3108960"/>
            <a:ext cx="2514600" cy="457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9184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3192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多平台 Channel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566160" y="3657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飞书 / 企业微信 / QQ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桌面应用原生界面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 IM 深度适配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17920" y="3108960"/>
            <a:ext cx="2514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17920" y="3108960"/>
            <a:ext cx="2514600" cy="457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291840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2084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工作区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355080" y="3657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文件标准结构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SOUL.md 人格定义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兼容导入导出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安全架构：HealthClaw 独有优势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最大软肋 — HealthClaw 从根本架构层面解决安全问题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371600"/>
            <a:ext cx="64008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AES-256 零配置加密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1719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安全层实现，所有数据出厂即加密。OpenClaw 凭证明文存储，已被公开利用。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58000" y="1572768"/>
            <a:ext cx="1463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15727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不具备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" y="2240280"/>
            <a:ext cx="64008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286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 级权限分级模型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25877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文件/网络/命令执行/剪贴板/通知五大类，"仅本次/始终允许/始终拒绝"三级授权。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58000" y="2441448"/>
            <a:ext cx="1463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0" y="24414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不具备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" y="3108960"/>
            <a:ext cx="64008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3154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签名验证 + 沙箱试运行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4400" y="3456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安装前数字签名校验 → 沙箱隔离试运行 → 异常行为审计。杜绝 ClawHavoc 类攻击。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858000" y="3310128"/>
            <a:ext cx="1463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0" y="33101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不具备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0080" y="3977640"/>
            <a:ext cx="64008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" y="4023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 凭证金库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14400" y="43251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 macOS Keychain / Windows Credential Manager / Linux Secret Service，凭证永不触碰磁盘和内存日志。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858000" y="4178808"/>
            <a:ext cx="1463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0" y="41788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不具备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记忆系统：三层分级 vs 单层扁平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HealthClaw 的 L0/L1/L2 三层记忆架构远超 OpenClaw 的 MEMORY.md 单文件方案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3657600" cy="457200"/>
          </a:xfrm>
          <a:prstGeom prst="rect">
            <a:avLst/>
          </a:prstGeom>
          <a:solidFill>
            <a:srgbClr val="6B8A8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记忆方案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 单文件日记式存储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无分层检索，全量加载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无向量索引，关键词匹配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291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无衰减机制，记忆无优先级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无记忆隔离，隐私边界模糊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114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无知识图谱关系推理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417320"/>
            <a:ext cx="39319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463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HealthClaw 记忆方案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2084832"/>
            <a:ext cx="182880" cy="1828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074920" y="2057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L0/L1/L2 三层分级，按需加载</a:t>
            </a:r>
            <a:endParaRPr lang="en-US" sz="11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496312"/>
            <a:ext cx="182880" cy="1828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7492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三阶段渐进检索，80%+ token 压缩</a:t>
            </a:r>
            <a:endParaRPr lang="en-US" sz="11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907792"/>
            <a:ext cx="182880" cy="1828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07492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FTS5 + sqlite-vec 混合向量搜索</a:t>
            </a:r>
            <a:endParaRPr lang="en-US" sz="11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319272"/>
            <a:ext cx="182880" cy="1828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074920" y="3291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Hotness 衰减，7 天半衰期自适应</a:t>
            </a:r>
            <a:endParaRPr lang="en-US" sz="11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730752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7492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私聊/群聊/Channel 三级隔离</a:t>
            </a:r>
            <a:endParaRPr lang="en-US" sz="115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4142232"/>
            <a:ext cx="182880" cy="1828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07492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 + 关系扩展推理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健康管理领域：HealthClaw 独有能力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是通用框架，HealthClaw 是健康管理的专业解决方案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3977640" cy="1005840"/>
          </a:xfrm>
          <a:prstGeom prst="rect">
            <a:avLst/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371600"/>
            <a:ext cx="64008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健康数据三层记忆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17190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体检报告、用药记录、运动数据按 L0/L1/L2 分级存储，Agent 能精准关联历史健康趋势，如血压变化与用药调整的时序关系。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92040" y="1371600"/>
            <a:ext cx="3977640" cy="1005840"/>
          </a:xfrm>
          <a:prstGeom prst="rect">
            <a:avLst/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371600"/>
            <a:ext cx="64008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50749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医学知识图谱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74920" y="17190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knowledge_graph 构建症状-疾病-药物-检查关系网络，支持头痛+视力模糊→眼压检查等多跳推理链路。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0080" y="2514600"/>
            <a:ext cx="3977640" cy="1005840"/>
          </a:xfrm>
          <a:prstGeom prst="rect">
            <a:avLst/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2514600"/>
            <a:ext cx="64008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HIPAA 级数据安全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28620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AES-256 加密 + 权限分级 + 凭证金库，满足健康数据合规要求。OpenClaw 明文存储健康数据是不可接受的风险。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92040" y="2514600"/>
            <a:ext cx="3977640" cy="1005840"/>
          </a:xfrm>
          <a:prstGeom prst="rect">
            <a:avLst/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92040" y="2514600"/>
            <a:ext cx="64008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7"/>
          <p:cNvSpPr/>
          <p:nvPr/>
        </p:nvSpPr>
        <p:spPr>
          <a:xfrm>
            <a:off x="507492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健康行为进化引擎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74920" y="28620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能力图谱追踪 Agent 在营养建议、运动规划、慢病管理等维度的成长，correction 记忆让 Agent 不断学习用户个体差异。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0080" y="3657600"/>
            <a:ext cx="3977640" cy="1005840"/>
          </a:xfrm>
          <a:prstGeom prst="rect">
            <a:avLst/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657600"/>
            <a:ext cx="64008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多通道健康陪伴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40050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飞书/企微/QQ 随时触达。Heartbeat 引擎定时提醒用药、运动、体检，记忆隔离确保健康隐私不在群聊泄露。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892040" y="3657600"/>
            <a:ext cx="3977640" cy="1005840"/>
          </a:xfrm>
          <a:prstGeom prst="rect">
            <a:avLst/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92040" y="3657600"/>
            <a:ext cx="64008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5"/>
          <p:cNvSpPr/>
          <p:nvPr/>
        </p:nvSpPr>
        <p:spPr>
          <a:xfrm>
            <a:off x="507492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健康 Skill 生态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074920" y="40050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自发现机制自动推荐健康类 Skill：Apple Health 数据解析、Garmin 运动分析、中医体质评估等，签名验证保障安全。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技术能力对比全景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37744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技术维度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OpenClaw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HealthClaw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优势方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技能系统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ClawHub 800+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兼容 + 健康专属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Heartbeat 心跳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30 分钟轮询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+ Cron 精准调度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 LLM 支持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Claude/GPT/DeepSeek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+ 国产 Qwen/GLM/Doubao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记忆系统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MEMORY.md 单层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L0/L1/L2 三层 + 图谱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安全架构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明文凭证 / 无沙箱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 + Rust 安全层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权限控制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无分级 / 全开放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级五大类三粒度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进化能力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日记积累（被动）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能力图谱 + 成长追踪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知识图谱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不支持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实体-关系推理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健康领域适配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通用框架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深度适配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投资价值总结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097280"/>
            <a:ext cx="64008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097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63040" y="1143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有的，我们都有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14630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完整兼容 OpenClaw 生态：Skills / Heartbeat / MCP / 多 LLM，PI 框架验证的 302K+ Star 成熟架构。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011680"/>
            <a:ext cx="7863840" cy="777240"/>
          </a:xfrm>
          <a:prstGeom prst="rect">
            <a:avLst/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011680"/>
            <a:ext cx="64008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0116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463040" y="2057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没有的，我们独有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463040" y="2377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三层记忆系统 / AES-256 零配置加密 / Rust 安全层 / iOS 级权限 / 知识图谱 / 自我进化引擎。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2926080"/>
            <a:ext cx="7863840" cy="777240"/>
          </a:xfrm>
          <a:prstGeom prst="rect">
            <a:avLst/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926080"/>
            <a:ext cx="64008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9260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463040" y="2971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健康管理的专业壁垒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463040" y="32918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医学知识图谱 / 健康数据三层记忆 / HIPAA 级合规 / 健康行为进化追踪 / 多通道健康陪伴。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solidFill>
            <a:srgbClr val="0F243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" y="3840480"/>
            <a:ext cx="64008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8404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463040" y="3886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安全危机窗口期的市场机会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463040" y="42062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安全丑闻 + 国内大模型成熟 + 健康管理 AI 蓝海 = 最佳进入时机。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0" y="4709160"/>
            <a:ext cx="36576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HealthClaw — 安全、进化、专业的健康管理 AI 伴侣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HealthClaw vs OpenClaw - 投资人路演</dc:title>
  <dc:subject>PptxGenJS Presentation</dc:subject>
  <dc:creator>QIAN</dc:creator>
  <cp:lastModifiedBy>QIAN</cp:lastModifiedBy>
  <cp:revision>1</cp:revision>
  <dcterms:created xsi:type="dcterms:W3CDTF">2026-03-14T12:35:37Z</dcterms:created>
  <dcterms:modified xsi:type="dcterms:W3CDTF">2026-03-14T12:35:37Z</dcterms:modified>
</cp:coreProperties>
</file>